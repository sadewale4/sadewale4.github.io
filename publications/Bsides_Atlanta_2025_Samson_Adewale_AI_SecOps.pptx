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Old Standard TT"/>
      <p:regular r:id="rId21"/>
      <p:bold r:id="rId22"/>
      <p: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ldStandardTT-bold.fntdata"/><Relationship Id="rId10" Type="http://schemas.openxmlformats.org/officeDocument/2006/relationships/slide" Target="slides/slide5.xml"/><Relationship Id="rId21" Type="http://schemas.openxmlformats.org/officeDocument/2006/relationships/font" Target="fonts/OldStandardTT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OldStandardT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c6f90357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c6f90357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Alright, quick show of hands — how many people here have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used </a:t>
            </a:r>
            <a:r>
              <a:rPr i="1" lang="en">
                <a:solidFill>
                  <a:schemeClr val="dk1"/>
                </a:solidFill>
              </a:rPr>
              <a:t>any</a:t>
            </a:r>
            <a:r>
              <a:rPr lang="en">
                <a:solidFill>
                  <a:schemeClr val="dk1"/>
                </a:solidFill>
              </a:rPr>
              <a:t> AI or LLM tool — like ChatGPT, Claude, Copilot, Gemini, anything like that?”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Okay, good — if your </a:t>
            </a:r>
            <a:r>
              <a:rPr lang="en">
                <a:solidFill>
                  <a:schemeClr val="dk1"/>
                </a:solidFill>
              </a:rPr>
              <a:t>hands</a:t>
            </a:r>
            <a:r>
              <a:rPr lang="en">
                <a:solidFill>
                  <a:schemeClr val="dk1"/>
                </a:solidFill>
              </a:rPr>
              <a:t> up, i was gonna say please see me after the session so we can fix that asap.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Seriously though, it’s everywhere — and whether we like it or not, it’s creeping into every part of how we work — including security.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—--------------------------------------------------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just so I know who’s in the room — another quick pulse check.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Who here is currently working </a:t>
            </a:r>
            <a:r>
              <a:rPr b="1" lang="en">
                <a:solidFill>
                  <a:schemeClr val="dk1"/>
                </a:solidFill>
              </a:rPr>
              <a:t>in cybersecurity or related IT field?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Awesome. How about </a:t>
            </a:r>
            <a:r>
              <a:rPr b="1" lang="en">
                <a:solidFill>
                  <a:schemeClr val="dk1"/>
                </a:solidFill>
              </a:rPr>
              <a:t>students or folks trying to break into cybersecurity</a:t>
            </a:r>
            <a:r>
              <a:rPr lang="en">
                <a:solidFill>
                  <a:schemeClr val="dk1"/>
                </a:solidFill>
              </a:rPr>
              <a:t>?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And how many of you would say you’re just </a:t>
            </a:r>
            <a:r>
              <a:rPr b="1" lang="en">
                <a:solidFill>
                  <a:schemeClr val="dk1"/>
                </a:solidFill>
              </a:rPr>
              <a:t>curious about how AI is changing security?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Perfect. Looks like we have a goods mix or learners. Which is perfect.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this session, we’re going to explore how AI — and especially </a:t>
            </a:r>
            <a:r>
              <a:rPr b="1" lang="en">
                <a:solidFill>
                  <a:schemeClr val="dk1"/>
                </a:solidFill>
              </a:rPr>
              <a:t>AI agents</a:t>
            </a:r>
            <a:r>
              <a:rPr lang="en">
                <a:solidFill>
                  <a:schemeClr val="dk1"/>
                </a:solidFill>
              </a:rPr>
              <a:t> — can move us from all that </a:t>
            </a:r>
            <a:r>
              <a:rPr b="1" lang="en">
                <a:solidFill>
                  <a:schemeClr val="dk1"/>
                </a:solidFill>
              </a:rPr>
              <a:t>noise</a:t>
            </a:r>
            <a:r>
              <a:rPr lang="en">
                <a:solidFill>
                  <a:schemeClr val="dk1"/>
                </a:solidFill>
              </a:rPr>
              <a:t> we deal with every day, to actual, actionable </a:t>
            </a:r>
            <a:r>
              <a:rPr b="1" lang="en">
                <a:solidFill>
                  <a:schemeClr val="dk1"/>
                </a:solidFill>
              </a:rPr>
              <a:t>intel</a:t>
            </a:r>
            <a:r>
              <a:rPr lang="en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90357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90357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So, quick intro — I’m Samson, and this is actually my first time presenting at BSides Atlanta.”</a:t>
            </a:r>
            <a:br>
              <a:rPr lang="en">
                <a:solidFill>
                  <a:schemeClr val="dk1"/>
                </a:solidFill>
              </a:rPr>
            </a:br>
            <a:br>
              <a:rPr i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By day, I’m a Threat Response Engineer at Klaviyo — working on detection, incident response, and, lately, exploring how AI can make threat </a:t>
            </a:r>
            <a:r>
              <a:rPr lang="en">
                <a:solidFill>
                  <a:schemeClr val="dk1"/>
                </a:solidFill>
              </a:rPr>
              <a:t>analysis</a:t>
            </a:r>
            <a:r>
              <a:rPr lang="en">
                <a:solidFill>
                  <a:schemeClr val="dk1"/>
                </a:solidFill>
              </a:rPr>
              <a:t> a little less painful.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90357f_0_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90357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d1c6a58d5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d1c6a58d5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d1c6a58d5_0_10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Everything starts with choosing the right </a:t>
            </a:r>
            <a:r>
              <a:rPr i="1" lang="en">
                <a:solidFill>
                  <a:schemeClr val="dk1"/>
                </a:solidFill>
              </a:rPr>
              <a:t>agent framework</a:t>
            </a:r>
            <a:r>
              <a:rPr lang="en">
                <a:solidFill>
                  <a:schemeClr val="dk1"/>
                </a:solidFill>
              </a:rPr>
              <a:t>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There are lots of ways to do this — open-source and commercial.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On the open-source side, you’ll see tools like </a:t>
            </a:r>
            <a:r>
              <a:rPr b="1" lang="en">
                <a:solidFill>
                  <a:schemeClr val="dk1"/>
                </a:solidFill>
              </a:rPr>
              <a:t>LangChain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CrewAI</a:t>
            </a:r>
            <a:r>
              <a:rPr lang="en">
                <a:solidFill>
                  <a:schemeClr val="dk1"/>
                </a:solidFill>
              </a:rPr>
              <a:t>, or </a:t>
            </a:r>
            <a:r>
              <a:rPr b="1" lang="en">
                <a:solidFill>
                  <a:schemeClr val="dk1"/>
                </a:solidFill>
              </a:rPr>
              <a:t>AutoGPT</a:t>
            </a:r>
            <a:r>
              <a:rPr lang="en">
                <a:solidFill>
                  <a:schemeClr val="dk1"/>
                </a:solidFill>
              </a:rPr>
              <a:t> that let you build your own logic, connect data, and create task-driven agents.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Then there are </a:t>
            </a:r>
            <a:r>
              <a:rPr b="1" lang="en">
                <a:solidFill>
                  <a:schemeClr val="dk1"/>
                </a:solidFill>
              </a:rPr>
              <a:t>security-specific AI agent platforms</a:t>
            </a:r>
            <a:r>
              <a:rPr lang="en">
                <a:solidFill>
                  <a:schemeClr val="dk1"/>
                </a:solidFill>
              </a:rPr>
              <a:t> — </a:t>
            </a:r>
            <a:r>
              <a:rPr b="1" lang="en">
                <a:solidFill>
                  <a:schemeClr val="dk1"/>
                </a:solidFill>
              </a:rPr>
              <a:t>Prophet Security</a:t>
            </a:r>
            <a:r>
              <a:rPr lang="en">
                <a:solidFill>
                  <a:schemeClr val="dk1"/>
                </a:solidFill>
              </a:rPr>
              <a:t>, </a:t>
            </a:r>
            <a:r>
              <a:rPr b="1" lang="en">
                <a:solidFill>
                  <a:schemeClr val="dk1"/>
                </a:solidFill>
              </a:rPr>
              <a:t>Torq</a:t>
            </a:r>
            <a:r>
              <a:rPr lang="en">
                <a:solidFill>
                  <a:schemeClr val="dk1"/>
                </a:solidFill>
              </a:rPr>
              <a:t>, and </a:t>
            </a:r>
            <a:r>
              <a:rPr b="1" lang="en">
                <a:solidFill>
                  <a:schemeClr val="dk1"/>
                </a:solidFill>
              </a:rPr>
              <a:t>Tines</a:t>
            </a:r>
            <a:r>
              <a:rPr lang="en">
                <a:solidFill>
                  <a:schemeClr val="dk1"/>
                </a:solidFill>
              </a:rPr>
              <a:t> — that already integrate with your SOC tools and workflows.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today’s demo, I’ll be using </a:t>
            </a:r>
            <a:r>
              <a:rPr b="1" lang="en">
                <a:solidFill>
                  <a:schemeClr val="dk1"/>
                </a:solidFill>
              </a:rPr>
              <a:t>Tines</a:t>
            </a:r>
            <a:r>
              <a:rPr lang="en">
                <a:solidFill>
                  <a:schemeClr val="dk1"/>
                </a:solidFill>
              </a:rPr>
              <a:t>, which lets me build and trigger an agent workflow directly from a security alert — no custom code required.”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—-------------------------------------------------------------------------------------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0357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0357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c6f90357f_0_2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c6f90357f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9d1c6a58d5_0_107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9d1c6a58d5_0_10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d1c6a58d5_0_10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d1c6a58d5_0_10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9d1c6a58d5_0_108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9d1c6a58d5_0_10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d1c6a58d5_0_1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d1c6a58d5_0_1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c6f90357f_0_4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c6f90357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6f90357f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6f90357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“If you remember just a few things from today — make it these: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Start small.</a:t>
            </a:r>
            <a:r>
              <a:rPr lang="en">
                <a:solidFill>
                  <a:schemeClr val="dk1"/>
                </a:solidFill>
              </a:rPr>
              <a:t> Don’t try to automate your whole SOC overnight. Pick a repetitive, low-risk task — like summarizing alerts — and learn from it.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Keep humans in the loop.</a:t>
            </a:r>
            <a:r>
              <a:rPr lang="en">
                <a:solidFill>
                  <a:schemeClr val="dk1"/>
                </a:solidFill>
              </a:rPr>
              <a:t> AI is powerful, but it lacks judgment. Let it assist, not replace.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Prioritize context and safety.</a:t>
            </a:r>
            <a:r>
              <a:rPr lang="en">
                <a:solidFill>
                  <a:schemeClr val="dk1"/>
                </a:solidFill>
              </a:rPr>
              <a:t> It’s easy to get wowed by speed — but data exposure or wrong conclusions can cost more.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And finally, </a:t>
            </a:r>
            <a:r>
              <a:rPr b="1" lang="en">
                <a:solidFill>
                  <a:schemeClr val="dk1"/>
                </a:solidFill>
              </a:rPr>
              <a:t>share what works.</a:t>
            </a:r>
            <a:r>
              <a:rPr lang="en">
                <a:solidFill>
                  <a:schemeClr val="dk1"/>
                </a:solidFill>
              </a:rPr>
              <a:t> This community thrives when we learn from each other. Such is the motivation for this talk.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d1c6a58d5_0_11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d1c6a58d5_0_1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So, quick intro — I’m Samson, and this is actually my first time presenting at BSides Atlanta.”</a:t>
            </a:r>
            <a:br>
              <a:rPr lang="en">
                <a:solidFill>
                  <a:schemeClr val="dk1"/>
                </a:solidFill>
              </a:rPr>
            </a:br>
            <a:br>
              <a:rPr i="1"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 By day, I’m a Threat Response Engineer at Klaviyo — working on detection, incident response, and, lately, exploring how AI can make threat analysis a little less painful.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9d1c6a58d5_0_11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9d1c6a58d5_0_1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Alright, quick show of hands — how many people here have </a:t>
            </a:r>
            <a:r>
              <a:rPr b="1" lang="en">
                <a:solidFill>
                  <a:schemeClr val="dk1"/>
                </a:solidFill>
              </a:rPr>
              <a:t>not</a:t>
            </a:r>
            <a:r>
              <a:rPr lang="en">
                <a:solidFill>
                  <a:schemeClr val="dk1"/>
                </a:solidFill>
              </a:rPr>
              <a:t> used </a:t>
            </a:r>
            <a:r>
              <a:rPr i="1" lang="en">
                <a:solidFill>
                  <a:schemeClr val="dk1"/>
                </a:solidFill>
              </a:rPr>
              <a:t>any</a:t>
            </a:r>
            <a:r>
              <a:rPr lang="en">
                <a:solidFill>
                  <a:schemeClr val="dk1"/>
                </a:solidFill>
              </a:rPr>
              <a:t> AI or LLM tool — like ChatGPT, Claude, Copilot, Gemini, anything like that?”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Okay, good — if your hands up, i was gonna say please see me after the session so we can fix that asap.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Seriously though, it’s everywhere — and whether we like it or not, it’s creeping into every part of how we work — including security.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—--------------------------------------------------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Now, just so I know who’s in the room — another quick pulse check.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Who here is currently working </a:t>
            </a:r>
            <a:r>
              <a:rPr b="1" lang="en">
                <a:solidFill>
                  <a:schemeClr val="dk1"/>
                </a:solidFill>
              </a:rPr>
              <a:t>in cybersecurity or related IT field?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Awesome. How about </a:t>
            </a:r>
            <a:r>
              <a:rPr b="1" lang="en">
                <a:solidFill>
                  <a:schemeClr val="dk1"/>
                </a:solidFill>
              </a:rPr>
              <a:t>students or folks trying to break into cybersecurity</a:t>
            </a:r>
            <a:r>
              <a:rPr lang="en">
                <a:solidFill>
                  <a:schemeClr val="dk1"/>
                </a:solidFill>
              </a:rPr>
              <a:t>?</a:t>
            </a:r>
            <a:br>
              <a:rPr lang="en">
                <a:solidFill>
                  <a:schemeClr val="dk1"/>
                </a:solidFill>
              </a:rPr>
            </a:b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And how many of you would say you’re just </a:t>
            </a:r>
            <a:r>
              <a:rPr b="1" lang="en">
                <a:solidFill>
                  <a:schemeClr val="dk1"/>
                </a:solidFill>
              </a:rPr>
              <a:t>curious about how AI is changing security?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Perfect. Looks like we have a goods mix or learners. Which is perfect.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this session, we’re going to explore how AI — and especially </a:t>
            </a:r>
            <a:r>
              <a:rPr b="1" lang="en">
                <a:solidFill>
                  <a:schemeClr val="dk1"/>
                </a:solidFill>
              </a:rPr>
              <a:t>AI agents</a:t>
            </a:r>
            <a:r>
              <a:rPr lang="en">
                <a:solidFill>
                  <a:schemeClr val="dk1"/>
                </a:solidFill>
              </a:rPr>
              <a:t> — can move us from all that </a:t>
            </a:r>
            <a:r>
              <a:rPr b="1" lang="en">
                <a:solidFill>
                  <a:schemeClr val="dk1"/>
                </a:solidFill>
              </a:rPr>
              <a:t>noise</a:t>
            </a:r>
            <a:r>
              <a:rPr lang="en">
                <a:solidFill>
                  <a:schemeClr val="dk1"/>
                </a:solidFill>
              </a:rPr>
              <a:t> we deal with every day, to actual, actionable </a:t>
            </a:r>
            <a:r>
              <a:rPr b="1" lang="en">
                <a:solidFill>
                  <a:schemeClr val="dk1"/>
                </a:solidFill>
              </a:rPr>
              <a:t>intel</a:t>
            </a:r>
            <a:r>
              <a:rPr lang="en">
                <a:solidFill>
                  <a:schemeClr val="dk1"/>
                </a:solidFill>
              </a:rPr>
              <a:t>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TITLEANDBULLETS_H">
  <p:cSld name="TITLE_AND_BODY_2_1_1_1_1_1_1_1_1_1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>
            <p:ph idx="2" type="pic"/>
          </p:nvPr>
        </p:nvSpPr>
        <p:spPr>
          <a:xfrm>
            <a:off x="5545938" y="1519300"/>
            <a:ext cx="3090600" cy="3090600"/>
          </a:xfrm>
          <a:prstGeom prst="rect">
            <a:avLst/>
          </a:prstGeom>
          <a:noFill/>
          <a:ln>
            <a:noFill/>
          </a:ln>
        </p:spPr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8" name="Google Shape;58;p13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hyperlink" Target="https://excalidraw.com/#json=ZKuvbcwcOJxQjKA2VlakE,lV4ZUqvC80K5FKy4l2Osbw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github.com/sadewale4" TargetMode="External"/><Relationship Id="rId4" Type="http://schemas.openxmlformats.org/officeDocument/2006/relationships/hyperlink" Target="mailto:samwale008@gmail.com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samsonadewale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SecOps: Noise Into </a:t>
            </a:r>
            <a:r>
              <a:rPr lang="en"/>
              <a:t>Insight</a:t>
            </a:r>
            <a:endParaRPr/>
          </a:p>
        </p:txBody>
      </p:sp>
      <p:sp>
        <p:nvSpPr>
          <p:cNvPr id="64" name="Google Shape;64;p14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Samson Adewale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November 2025</a:t>
            </a:r>
            <a:endParaRPr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 dis??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BSides ATL newbie presenter 🎤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Threat Response Engineer @ Klaviyo 🛡️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</p:txBody>
      </p:sp>
      <p:sp>
        <p:nvSpPr>
          <p:cNvPr id="76" name="Google Shape;76;p16"/>
          <p:cNvSpPr txBox="1"/>
          <p:nvPr>
            <p:ph idx="1" type="subTitle"/>
          </p:nvPr>
        </p:nvSpPr>
        <p:spPr>
          <a:xfrm>
            <a:off x="0" y="2769000"/>
            <a:ext cx="43107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 Many Alerts. Too Little Time</a:t>
            </a:r>
            <a:endParaRPr/>
          </a:p>
        </p:txBody>
      </p:sp>
      <p:sp>
        <p:nvSpPr>
          <p:cNvPr id="77" name="Google Shape;77;p16"/>
          <p:cNvSpPr txBox="1"/>
          <p:nvPr>
            <p:ph idx="2" type="body"/>
          </p:nvPr>
        </p:nvSpPr>
        <p:spPr>
          <a:xfrm>
            <a:off x="4939500" y="724200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Thousands</a:t>
            </a:r>
            <a:r>
              <a:rPr lang="en"/>
              <a:t> of daily signals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Repetitive manual triage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Context switching &amp; fatigue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Opportunity</a:t>
            </a:r>
            <a:endParaRPr/>
          </a:p>
        </p:txBody>
      </p:sp>
      <p:sp>
        <p:nvSpPr>
          <p:cNvPr id="83" name="Google Shape;83;p17"/>
          <p:cNvSpPr txBox="1"/>
          <p:nvPr>
            <p:ph idx="1" type="subTitle"/>
          </p:nvPr>
        </p:nvSpPr>
        <p:spPr>
          <a:xfrm>
            <a:off x="-134475" y="2769000"/>
            <a:ext cx="45159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ognitive Augmentation for Defenders.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latin typeface="Arial"/>
                <a:ea typeface="Arial"/>
                <a:cs typeface="Arial"/>
                <a:sym typeface="Arial"/>
              </a:rPr>
              <a:t>🧠 </a:t>
            </a:r>
            <a:r>
              <a:rPr i="1" lang="en" sz="1100">
                <a:latin typeface="Arial"/>
                <a:ea typeface="Arial"/>
                <a:cs typeface="Arial"/>
                <a:sym typeface="Arial"/>
              </a:rPr>
              <a:t>Assist, not replace.</a:t>
            </a:r>
            <a:endParaRPr/>
          </a:p>
        </p:txBody>
      </p:sp>
      <p:sp>
        <p:nvSpPr>
          <p:cNvPr id="84" name="Google Shape;84;p17"/>
          <p:cNvSpPr txBox="1"/>
          <p:nvPr>
            <p:ph idx="2" type="body"/>
          </p:nvPr>
        </p:nvSpPr>
        <p:spPr>
          <a:xfrm>
            <a:off x="4910600" y="724200"/>
            <a:ext cx="39195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Alert triage / analysis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Incident summarization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Context enrichment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Response actions (Approval)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Designing the System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Agent Frameworks 🧩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Model Selection 🤖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Prompt &amp; Context Design ✍️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Token &amp; Cost Management 💰</a:t>
            </a:r>
            <a:endParaRPr/>
          </a:p>
          <a:p>
            <a:pPr indent="-342900" lvl="0" marL="457200" rtl="0" algn="l">
              <a:spcBef>
                <a:spcPts val="1600"/>
              </a:spcBef>
              <a:spcAft>
                <a:spcPts val="1600"/>
              </a:spcAft>
              <a:buSzPts val="1800"/>
              <a:buChar char="●"/>
            </a:pPr>
            <a:r>
              <a:rPr lang="en"/>
              <a:t>Workflow Orchestration ⚙️</a:t>
            </a:r>
            <a:endParaRPr/>
          </a:p>
        </p:txBody>
      </p:sp>
      <p:pic>
        <p:nvPicPr>
          <p:cNvPr id="90" name="Google Shape;90;p18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5938" y="1519300"/>
            <a:ext cx="3090600" cy="3090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512700" y="2521325"/>
            <a:ext cx="8118600" cy="894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Agent Framework</a:t>
            </a:r>
            <a:endParaRPr sz="4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Model Selection</a:t>
            </a:r>
            <a:endParaRPr sz="4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Prompt &amp; Context Design</a:t>
            </a:r>
            <a:endParaRPr sz="4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2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Token &amp; Cost Management 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Workflow Orchestration</a:t>
            </a:r>
            <a:endParaRPr sz="4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78412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24"/>
          <p:cNvSpPr txBox="1"/>
          <p:nvPr/>
        </p:nvSpPr>
        <p:spPr>
          <a:xfrm>
            <a:off x="7962025" y="2428150"/>
            <a:ext cx="1053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Excalidraw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507450" y="331400"/>
            <a:ext cx="8129100" cy="79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507456" y="1519301"/>
            <a:ext cx="4782300" cy="309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Start small — pilot AI on low-risk, repetitive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Keep humans in the loop — AI assists, not replaces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Prioritize context &amp; safety over speed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Share learnings — community-driven defense wins</a:t>
            </a:r>
            <a:endParaRPr/>
          </a:p>
        </p:txBody>
      </p:sp>
      <p:pic>
        <p:nvPicPr>
          <p:cNvPr id="133" name="Google Shape;133;p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45938" y="1519300"/>
            <a:ext cx="3090600" cy="3090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in touch</a:t>
            </a:r>
            <a:endParaRPr/>
          </a:p>
        </p:txBody>
      </p:sp>
      <p:sp>
        <p:nvSpPr>
          <p:cNvPr id="139" name="Google Shape;139;p27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Code and slides on </a:t>
            </a:r>
            <a:r>
              <a:rPr lang="en" u="sng">
                <a:solidFill>
                  <a:schemeClr val="hlink"/>
                </a:solidFill>
                <a:hlinkClick r:id="rId3"/>
              </a:rPr>
              <a:t>github.com/sadewale4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Email via </a:t>
            </a:r>
            <a:r>
              <a:rPr lang="en" u="sng">
                <a:solidFill>
                  <a:schemeClr val="hlink"/>
                </a:solidFill>
                <a:hlinkClick r:id="rId4"/>
              </a:rPr>
              <a:t>samwale008@gmail.com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145" name="Google Shape;145;p28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This content is for general informational purposes only and should not be considered a substitute for professional advice. Please credit Samson Adewale when using this content.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3"/>
              </a:rPr>
              <a:t>samsonadewale.com</a:t>
            </a:r>
            <a:endParaRPr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